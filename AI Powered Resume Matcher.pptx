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AE10-8619-7C43-8D12-ED061647A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C8EB8-C840-81BE-BC00-ACE3DA037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25AEF-92B3-7DE7-F759-1892B2DB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298E-4B0C-EE8B-74E5-D9015865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4EC58-5E93-BFC8-FA8A-E26A01D3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1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42E3-5139-40DE-E495-9319B137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E2A5-C0CC-B4FD-0047-0A04E7070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34A6-F8E1-5473-4BA6-18231F75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D5A5E-A4B0-DFAB-F05B-C3C54242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6DA8-7BC6-4E88-0183-D83AED0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6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D515-695F-63F7-E58F-EE2B2DF6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E5F7C-4E49-505A-F74C-0A040BCDE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2FF29-8BD7-D4E1-768B-3CD03C6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3B6E-E413-B96E-0B29-3599BCCD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AE141-A2BF-EB55-A58E-CC0CD1B5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8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37E6-CF7A-9A54-BB73-95EA40F8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450C2-733C-511D-84A0-B6491E12B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91598-198D-398D-52FD-506233FD8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2F1FD-5877-13BB-2CB3-E5B1AB82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EF12C-DD5B-0EB5-E58E-93952828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CD158-DC9C-75DE-4BE9-F7ACC347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9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83C2-E9BC-BD27-A7EF-D475E007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1EB11-A7E6-EC44-C132-4145CBF7D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890B9-EE78-F44D-BECD-4D671A0CC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9AD4C-0458-4476-5233-48E808184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D1BDE-5DB7-9DA0-AC69-C04D8738C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B71031-1E1C-A5E9-0F2C-285C75AB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1E648-26A3-22FE-8EC2-5D2F9B59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11084-8782-2F73-4900-2192DDEC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4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9A83-39C8-B122-BDB0-328AC2AB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93F94-748E-E83F-9A6D-CCE4CD41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0C83F-7DC6-335B-7388-2E310728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99DDD-C66E-3894-8687-C3E6EFBC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6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159DF-34BC-A7ED-0639-81D0033E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D4E6E-4E7E-F08A-C871-7C6C0434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E39DC-63CC-EB15-969B-35849892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A9BB-2AEC-B7B6-738A-BBE9D540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40AC-7A86-BC20-320A-F6EACC36E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4840D-25C2-644A-F9EA-0E851E28B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2BCB1-4095-EC50-B145-570C334F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3F01F-B4D5-4AE7-8709-EF0D6D4D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31214-5E18-10A6-CB5D-633D56F9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5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F5EC-BA51-0270-B91D-07F43124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7DD59-F28D-BDDD-FEC7-E941BF837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A7EFA-C0CF-E9D0-4D50-68E8C198C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FEE1D-77FD-1B64-7EA6-2873CC50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A72F7-0DAC-D52D-10D3-B409030F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50370-1F8D-0E05-CF97-9FF53AE7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4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CBB3-83AF-CC74-8C6D-A6C4777E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DE11A-60AD-656E-5791-FBAA026F0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E6072-9FE3-EEE2-E168-760FC88C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B062-308F-C80A-A2DA-6087F98E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BE5DC-A658-BEF4-ABBA-9B50AE66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4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6E365-1093-6BBB-CC44-CA8257405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89EC5-64D1-91C0-6FEF-95D5B0F52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58B0B-99A7-7875-48F6-E80452E5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C546-7E0D-6B56-1D29-7DBDBA8D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7FCB-9AE4-64D3-B216-B51C0534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4BD4F-6204-751B-CE59-52BF5466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0F6A8-867F-DFBA-79E8-61D3774E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1A643-0FC6-C4DB-B910-5019128B0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7C6B2-EA54-47B0-8D87-D003912AA40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353C2-CEB3-6A4D-B1D6-2A9FA35E7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CE6F5-DE77-514E-EF80-B9C78525B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A1CA7-A5F4-4C64-8120-CFF4A1596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9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78B2-C7D6-1C88-54C7-04B26E668D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Powered Resume Matcher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C7C97-BA7E-D2A2-83D8-9BA7F384F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0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AB8C1C-049E-91A5-64A5-FE524CE2A342}"/>
              </a:ext>
            </a:extLst>
          </p:cNvPr>
          <p:cNvSpPr/>
          <p:nvPr/>
        </p:nvSpPr>
        <p:spPr>
          <a:xfrm>
            <a:off x="1124712" y="914400"/>
            <a:ext cx="9893808" cy="5806440"/>
          </a:xfrm>
          <a:prstGeom prst="rect">
            <a:avLst/>
          </a:prstGeom>
          <a:solidFill>
            <a:srgbClr val="E8E8E8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Backend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EC549-F8CD-AA54-C0E9-077A9497EEDA}"/>
              </a:ext>
            </a:extLst>
          </p:cNvPr>
          <p:cNvSpPr/>
          <p:nvPr/>
        </p:nvSpPr>
        <p:spPr>
          <a:xfrm>
            <a:off x="1533831" y="1548581"/>
            <a:ext cx="9232491" cy="4227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AE3CD-7728-978F-A82A-40920D963909}"/>
              </a:ext>
            </a:extLst>
          </p:cNvPr>
          <p:cNvSpPr/>
          <p:nvPr/>
        </p:nvSpPr>
        <p:spPr>
          <a:xfrm>
            <a:off x="1533831" y="2075688"/>
            <a:ext cx="9232491" cy="43349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D5282E-8393-6191-FCAB-0588E42CD50E}"/>
              </a:ext>
            </a:extLst>
          </p:cNvPr>
          <p:cNvGrpSpPr/>
          <p:nvPr/>
        </p:nvGrpSpPr>
        <p:grpSpPr>
          <a:xfrm>
            <a:off x="4793220" y="3044952"/>
            <a:ext cx="2831692" cy="3159203"/>
            <a:chOff x="3637934" y="3293806"/>
            <a:chExt cx="2831692" cy="2910349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BD57A2-B95D-0C6B-010E-6E0CBB7DA09F}"/>
                </a:ext>
              </a:extLst>
            </p:cNvPr>
            <p:cNvSpPr/>
            <p:nvPr/>
          </p:nvSpPr>
          <p:spPr>
            <a:xfrm>
              <a:off x="3637934" y="3293806"/>
              <a:ext cx="2831692" cy="291034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Traditional Matching Agents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A5D458-C66D-C011-1C2D-C1C830EBEE03}"/>
                </a:ext>
              </a:extLst>
            </p:cNvPr>
            <p:cNvSpPr/>
            <p:nvPr/>
          </p:nvSpPr>
          <p:spPr>
            <a:xfrm>
              <a:off x="3972232" y="3824748"/>
              <a:ext cx="2192594" cy="34412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Basic Filter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BF48CA-4C1D-4AA9-D95D-0B8E9FAB73F5}"/>
                </a:ext>
              </a:extLst>
            </p:cNvPr>
            <p:cNvSpPr/>
            <p:nvPr/>
          </p:nvSpPr>
          <p:spPr>
            <a:xfrm>
              <a:off x="3972232" y="4321277"/>
              <a:ext cx="2192594" cy="59485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ATS Compliance Checker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644EAB-5368-AEC5-4F3F-5EB7A2043DE5}"/>
              </a:ext>
            </a:extLst>
          </p:cNvPr>
          <p:cNvGrpSpPr/>
          <p:nvPr/>
        </p:nvGrpSpPr>
        <p:grpSpPr>
          <a:xfrm>
            <a:off x="7792064" y="3044952"/>
            <a:ext cx="2831692" cy="3159203"/>
            <a:chOff x="7497095" y="3293806"/>
            <a:chExt cx="2831692" cy="2910349"/>
          </a:xfrm>
          <a:solidFill>
            <a:schemeClr val="bg1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3EEEEE-D573-352A-DF00-9E0CD4A06CA6}"/>
                </a:ext>
              </a:extLst>
            </p:cNvPr>
            <p:cNvSpPr/>
            <p:nvPr/>
          </p:nvSpPr>
          <p:spPr>
            <a:xfrm>
              <a:off x="7497095" y="3293806"/>
              <a:ext cx="2831692" cy="291034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AI Agents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DA01EA-E90A-7699-A16E-1F1E6F5C3510}"/>
                </a:ext>
              </a:extLst>
            </p:cNvPr>
            <p:cNvSpPr/>
            <p:nvPr/>
          </p:nvSpPr>
          <p:spPr>
            <a:xfrm>
              <a:off x="7831393" y="3824748"/>
              <a:ext cx="2192594" cy="34412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Resume Matcher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890CC2-4317-1D31-C63F-DBE966686886}"/>
                </a:ext>
              </a:extLst>
            </p:cNvPr>
            <p:cNvSpPr/>
            <p:nvPr/>
          </p:nvSpPr>
          <p:spPr>
            <a:xfrm>
              <a:off x="7831393" y="4321277"/>
              <a:ext cx="2192594" cy="59485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Open AI Connector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2B2750-9669-8E21-3E0B-88C162DE844E}"/>
                </a:ext>
              </a:extLst>
            </p:cNvPr>
            <p:cNvSpPr/>
            <p:nvPr/>
          </p:nvSpPr>
          <p:spPr>
            <a:xfrm>
              <a:off x="7831393" y="5024283"/>
              <a:ext cx="2192594" cy="59485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Resume Summarizer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6C512-C659-FE68-DC27-516027D217D4}"/>
              </a:ext>
            </a:extLst>
          </p:cNvPr>
          <p:cNvGrpSpPr/>
          <p:nvPr/>
        </p:nvGrpSpPr>
        <p:grpSpPr>
          <a:xfrm>
            <a:off x="1818962" y="3044952"/>
            <a:ext cx="2831692" cy="3159203"/>
            <a:chOff x="3637934" y="3293806"/>
            <a:chExt cx="2831692" cy="2910349"/>
          </a:xfrm>
          <a:solidFill>
            <a:schemeClr val="bg1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078D216-A589-6F53-5A95-AABCF02CA5C6}"/>
                </a:ext>
              </a:extLst>
            </p:cNvPr>
            <p:cNvSpPr/>
            <p:nvPr/>
          </p:nvSpPr>
          <p:spPr>
            <a:xfrm>
              <a:off x="3637934" y="3293806"/>
              <a:ext cx="2831692" cy="291034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Generic Agents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E64BAA4-DCD9-8A81-067D-15BA2890CB33}"/>
                </a:ext>
              </a:extLst>
            </p:cNvPr>
            <p:cNvSpPr/>
            <p:nvPr/>
          </p:nvSpPr>
          <p:spPr>
            <a:xfrm>
              <a:off x="3972232" y="3824748"/>
              <a:ext cx="2192594" cy="34412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 Parser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081828-7DE8-5B08-00B8-9E4D7FF90F25}"/>
                </a:ext>
              </a:extLst>
            </p:cNvPr>
            <p:cNvSpPr/>
            <p:nvPr/>
          </p:nvSpPr>
          <p:spPr>
            <a:xfrm>
              <a:off x="3972232" y="4321277"/>
              <a:ext cx="2192594" cy="59485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Logger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E3E5B2D-0BB0-D5EC-DF05-EC4A46435D8A}"/>
              </a:ext>
            </a:extLst>
          </p:cNvPr>
          <p:cNvSpPr/>
          <p:nvPr/>
        </p:nvSpPr>
        <p:spPr>
          <a:xfrm>
            <a:off x="5127518" y="5009534"/>
            <a:ext cx="2192594" cy="594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Similarity Matcher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B75CD3-0886-7FB8-4E33-58CB90025B9C}"/>
              </a:ext>
            </a:extLst>
          </p:cNvPr>
          <p:cNvSpPr/>
          <p:nvPr/>
        </p:nvSpPr>
        <p:spPr>
          <a:xfrm>
            <a:off x="1838630" y="2571137"/>
            <a:ext cx="8785125" cy="339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Orchestrator Agent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6392D-F36D-A449-4105-00A3FF1AE75C}"/>
              </a:ext>
            </a:extLst>
          </p:cNvPr>
          <p:cNvSpPr/>
          <p:nvPr/>
        </p:nvSpPr>
        <p:spPr>
          <a:xfrm>
            <a:off x="1124712" y="329184"/>
            <a:ext cx="9893808" cy="419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59427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AI Powered Resume Matcher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Panchal, Bharat</dc:creator>
  <cp:lastModifiedBy>Panchal, Bharat</cp:lastModifiedBy>
  <cp:revision>2</cp:revision>
  <dcterms:created xsi:type="dcterms:W3CDTF">2025-04-20T17:08:20Z</dcterms:created>
  <dcterms:modified xsi:type="dcterms:W3CDTF">2025-04-23T11:08:00Z</dcterms:modified>
</cp:coreProperties>
</file>